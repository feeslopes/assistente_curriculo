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02d6819a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02d6819a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475" y="0"/>
            <a:ext cx="7375024" cy="533767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/>
        </p:nvSpPr>
        <p:spPr>
          <a:xfrm>
            <a:off x="7436350" y="0"/>
            <a:ext cx="5328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1915450" y="0"/>
            <a:ext cx="5328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4862375" y="26650"/>
            <a:ext cx="5328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3290925" y="26650"/>
            <a:ext cx="5328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4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6133875" y="1642000"/>
            <a:ext cx="5328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7659975" y="3319625"/>
            <a:ext cx="5328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6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4011425" y="3319625"/>
            <a:ext cx="5328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7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3365075" y="1642000"/>
            <a:ext cx="5328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8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6289263" y="0"/>
            <a:ext cx="5328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9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888475" y="370375"/>
            <a:ext cx="1363800" cy="141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103150" wrap="square" tIns="91425">
            <a:spAutoFit/>
          </a:bodyPr>
          <a:lstStyle/>
          <a:p>
            <a:pPr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" i="1">
                <a:solidFill>
                  <a:srgbClr val="999999"/>
                </a:solidFill>
              </a:rPr>
              <a:t>⚑ Hipótese (baixa certeza)</a:t>
            </a:r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Reescrever o currículo a cada vaga consome horas e desanima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Currículo genérico ou mal formatado é barrado pela triagem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IA genérica exagera e inventa, e isso derruba na entrevista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Candidato não sabe o que da vaga ele realmente cobre</a:t>
            </a:r>
            <a:endParaRPr sz="500"/>
          </a:p>
          <a:p>
            <a:pPr indent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</p:txBody>
      </p:sp>
      <p:sp>
        <p:nvSpPr>
          <p:cNvPr id="89" name="Google Shape;89;p14"/>
          <p:cNvSpPr txBox="1"/>
          <p:nvPr/>
        </p:nvSpPr>
        <p:spPr>
          <a:xfrm>
            <a:off x="881814" y="2227125"/>
            <a:ext cx="1363800" cy="87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103150" wrap="square" tIns="91425">
            <a:spAutoFit/>
          </a:bodyPr>
          <a:lstStyle/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ChatGPT ou Claude com prompt solto: grátis e sem controle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Kickresume, Rezi, Teal, Jobscan: assinatura em dólar, foco em inglês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Template em Word ou Canva, amigo ou consultor de carreira</a:t>
            </a:r>
            <a:endParaRPr sz="500"/>
          </a:p>
          <a:p>
            <a:pPr indent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</p:txBody>
      </p:sp>
      <p:sp>
        <p:nvSpPr>
          <p:cNvPr id="90" name="Google Shape;90;p14"/>
          <p:cNvSpPr txBox="1"/>
          <p:nvPr/>
        </p:nvSpPr>
        <p:spPr>
          <a:xfrm>
            <a:off x="6627524" y="517500"/>
            <a:ext cx="1285800" cy="277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103150" wrap="square" tIns="91425">
            <a:spAutoFit/>
          </a:bodyPr>
          <a:lstStyle/>
          <a:p>
            <a:pPr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" i="1">
                <a:solidFill>
                  <a:srgbClr val="999999"/>
                </a:solidFill>
              </a:rPr>
              <a:t>⚑ Hipótese (baixa certeza)</a:t>
            </a:r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Primário: quem busca vaga e se candidata a várias por semana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Secundário: profissional em transição ou recolocação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Terciário: recém-formado sem narrativa clara de experiência</a:t>
            </a:r>
            <a:endParaRPr sz="500"/>
          </a:p>
          <a:p>
            <a:pPr indent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</p:txBody>
      </p:sp>
      <p:sp>
        <p:nvSpPr>
          <p:cNvPr id="91" name="Google Shape;91;p14"/>
          <p:cNvSpPr txBox="1"/>
          <p:nvPr/>
        </p:nvSpPr>
        <p:spPr>
          <a:xfrm>
            <a:off x="3758000" y="525150"/>
            <a:ext cx="1285800" cy="241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103150" wrap="square" tIns="91425">
            <a:spAutoFit/>
          </a:bodyPr>
          <a:lstStyle/>
          <a:p>
            <a:pPr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" i="1">
                <a:solidFill>
                  <a:srgbClr val="999999"/>
                </a:solidFill>
              </a:rPr>
              <a:t>⚑ Hipótese (baixa certeza)</a:t>
            </a:r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Um currículo por vaga, sem inventar nada que você não confirmou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Cada linha rastreada até um fato seu; lacuna vira pergunta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Cobertura honesta das palavras-chave da vaga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Base feita uma vez; mensal em reais, pago por Pix</a:t>
            </a:r>
            <a:endParaRPr sz="500"/>
          </a:p>
          <a:p>
            <a:pPr indent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</p:txBody>
      </p:sp>
      <p:sp>
        <p:nvSpPr>
          <p:cNvPr id="92" name="Google Shape;92;p14"/>
          <p:cNvSpPr txBox="1"/>
          <p:nvPr/>
        </p:nvSpPr>
        <p:spPr>
          <a:xfrm>
            <a:off x="2344237" y="370375"/>
            <a:ext cx="1285800" cy="133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103150" wrap="square" tIns="91425">
            <a:spAutoFit/>
          </a:bodyPr>
          <a:lstStyle/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Entrevista uma vez: base de fatos confirmados, usada em toda vaga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Cruza vaga e base, mostra lacunas e pergunta só o que falta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PDF e DOCX em PT e EN, cada linha rastreada até um fato</a:t>
            </a:r>
            <a:endParaRPr sz="500"/>
          </a:p>
          <a:p>
            <a:pPr indent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</p:txBody>
      </p:sp>
      <p:sp>
        <p:nvSpPr>
          <p:cNvPr id="93" name="Google Shape;93;p14"/>
          <p:cNvSpPr txBox="1"/>
          <p:nvPr/>
        </p:nvSpPr>
        <p:spPr>
          <a:xfrm>
            <a:off x="5226063" y="1986400"/>
            <a:ext cx="1285800" cy="129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103150" wrap="square" tIns="91425">
            <a:spAutoFit/>
          </a:bodyPr>
          <a:lstStyle/>
          <a:p>
            <a:pPr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" i="1">
                <a:solidFill>
                  <a:srgbClr val="999999"/>
                </a:solidFill>
              </a:rPr>
              <a:t>⚑ Hipótese (baixa certeza)</a:t>
            </a:r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Indicação direta da rede do Felipe (primeiros clientes)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LinkedIn orgânico com antes e depois de currículos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Comunidades de recolocação e grupos de vagas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Landing page com contratação direta pelo WhatsApp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Parcerias com mentores de carreira e bootcamps</a:t>
            </a:r>
            <a:endParaRPr sz="500"/>
          </a:p>
          <a:p>
            <a:pPr indent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</p:txBody>
      </p:sp>
      <p:sp>
        <p:nvSpPr>
          <p:cNvPr id="94" name="Google Shape;94;p14"/>
          <p:cNvSpPr txBox="1"/>
          <p:nvPr/>
        </p:nvSpPr>
        <p:spPr>
          <a:xfrm>
            <a:off x="4484275" y="3664925"/>
            <a:ext cx="3329700" cy="104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103150" wrap="square" tIns="91425">
            <a:spAutoFit/>
          </a:bodyPr>
          <a:lstStyle/>
          <a:p>
            <a:pPr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" i="1">
                <a:solidFill>
                  <a:srgbClr val="999999"/>
                </a:solidFill>
              </a:rPr>
              <a:t>⚑ Hipótese (baixa certeza)</a:t>
            </a:r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Mensal R$ 15, teto de 60 gerações por mês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Semanal R$ 7, teto de 15 gerações por semana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Sem plano grátis: acesso só após o Pix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Margem cerca de 60% no uso típico e 36% no teto</a:t>
            </a:r>
            <a:endParaRPr sz="500"/>
          </a:p>
          <a:p>
            <a:pPr indent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</p:txBody>
      </p:sp>
      <p:sp>
        <p:nvSpPr>
          <p:cNvPr id="95" name="Google Shape;95;p14"/>
          <p:cNvSpPr txBox="1"/>
          <p:nvPr/>
        </p:nvSpPr>
        <p:spPr>
          <a:xfrm>
            <a:off x="920725" y="3664925"/>
            <a:ext cx="33297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103150" wrap="square" tIns="91425">
            <a:spAutoFit/>
          </a:bodyPr>
          <a:lstStyle/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IA: cerca de R$ 0,13 por geração; onboarding cerca de R$ 0,25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Infraestrutura: VPS e domínio, cerca de R$ 40 por mês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Pix direto: sem taxa de gateway no MVP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Suporte e liberação manual de acesso pelo WhatsApp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Aquisição: fora da conta por ora, só observação</a:t>
            </a:r>
            <a:endParaRPr sz="500"/>
          </a:p>
          <a:p>
            <a:pPr indent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</p:txBody>
      </p:sp>
      <p:sp>
        <p:nvSpPr>
          <p:cNvPr id="96" name="Google Shape;96;p14"/>
          <p:cNvSpPr txBox="1"/>
          <p:nvPr/>
        </p:nvSpPr>
        <p:spPr>
          <a:xfrm>
            <a:off x="2319900" y="2017375"/>
            <a:ext cx="1285800" cy="93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103150" wrap="square" tIns="91425">
            <a:spAutoFit/>
          </a:bodyPr>
          <a:lstStyle/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Ativação: % que conclui a entrevista e gera o 1º currículo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Uso: gerações por assinante por mês (teto de 60)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Conversão: contatos no WhatsApp que viram pagantes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Retenção: assinantes ativos após 2 meses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Custo de IA por geração e margem no teto</a:t>
            </a:r>
            <a:endParaRPr sz="500"/>
          </a:p>
          <a:p>
            <a:pPr indent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</p:txBody>
      </p:sp>
      <p:sp>
        <p:nvSpPr>
          <p:cNvPr id="97" name="Google Shape;97;p14"/>
          <p:cNvSpPr txBox="1"/>
          <p:nvPr/>
        </p:nvSpPr>
        <p:spPr>
          <a:xfrm>
            <a:off x="5226087" y="483600"/>
            <a:ext cx="1285800" cy="723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103150" wrap="square" tIns="91425">
            <a:spAutoFit/>
          </a:bodyPr>
          <a:lstStyle/>
          <a:p>
            <a:pPr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" i="1">
                <a:solidFill>
                  <a:srgbClr val="999999"/>
                </a:solidFill>
              </a:rPr>
              <a:t>⚑ Hipótese (baixa certeza)</a:t>
            </a:r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Anti-invenção imposta por código, não só por prompt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Base pessoal acumulada cria custo de troca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Custo de IA baixo (cerca de R$ 0,13 por currículo) sustenta preço em reais</a:t>
            </a:r>
            <a:endParaRPr sz="500"/>
          </a:p>
          <a:p>
            <a:pPr indent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</p:txBody>
      </p:sp>
      <p:sp>
        <p:nvSpPr>
          <p:cNvPr id="100" name="Google Shape;100;p14"/>
          <p:cNvSpPr txBox="1"/>
          <p:nvPr/>
        </p:nvSpPr>
        <p:spPr>
          <a:xfrm>
            <a:off x="3758000" y="2227125"/>
            <a:ext cx="1285800" cy="87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103150" wrap="square" tIns="91425">
            <a:spAutoFit/>
          </a:bodyPr>
          <a:lstStyle/>
          <a:p>
            <a:pPr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" i="1">
                <a:solidFill>
                  <a:srgbClr val="999999"/>
                </a:solidFill>
              </a:rPr>
              <a:t>⚑ Hipótese (baixa certeza)</a:t>
            </a:r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Um currículo por vaga, com o rigor de um auditor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Cada linha tem comprovante</a:t>
            </a:r>
            <a:endParaRPr sz="500"/>
          </a:p>
          <a:p>
            <a:pPr indent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</p:txBody>
      </p:sp>
      <p:sp>
        <p:nvSpPr>
          <p:cNvPr id="101" name="Google Shape;101;p14"/>
          <p:cNvSpPr txBox="1"/>
          <p:nvPr/>
        </p:nvSpPr>
        <p:spPr>
          <a:xfrm>
            <a:off x="6627524" y="2227125"/>
            <a:ext cx="1285800" cy="87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103150" wrap="square" tIns="91425">
            <a:spAutoFit/>
          </a:bodyPr>
          <a:lstStyle/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Pessoas da rede do Felipe em busca ativa de vaga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Quem levou muitas recusas automáticas sem retorno</a:t>
            </a:r>
            <a:endParaRPr sz="500"/>
          </a:p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● Candidatos a empresas que usam triagem por sistema (ATS)</a:t>
            </a:r>
            <a:endParaRPr sz="500"/>
          </a:p>
          <a:p>
            <a:pPr indent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